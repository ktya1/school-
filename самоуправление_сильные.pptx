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A75D14-7CFD-A7C6-0C11-57CBACE88A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FFF0649-DE1B-4F65-655F-6CBF797A5B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DC05E4-044F-7CA3-9F9C-6B64738F9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9CB6D-CE59-48E4-AD89-BF870BEAFC55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24FF6B-51F0-B0FE-B98A-4EDC1EF47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2128F2-AEA4-53E9-768F-BE20A7AA1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DFDFC-8C62-4CCC-A5D6-D6D04D7A43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1552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0E0408-984A-E3EB-99AD-26772F4DA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49BBDD-7F2F-95D3-3865-3439184EC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D9EF837-44F6-B30B-B1F7-B6F3A4F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9CB6D-CE59-48E4-AD89-BF870BEAFC55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42EB38-3498-3E44-F008-D8A62BF69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65BB17-7A19-DDF2-7F2C-32A145A69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DFDFC-8C62-4CCC-A5D6-D6D04D7A43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7969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E14202-BA5A-8532-62D7-4AB400963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86860CA-4541-FB14-2E39-D91FBBA09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7A07D98-A1CA-C6EB-F585-06BB5D64C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9CB6D-CE59-48E4-AD89-BF870BEAFC55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2C3489-6310-5823-988F-74D21F2CC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6478F5B-E44A-5AF5-D45D-059C904D6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DFDFC-8C62-4CCC-A5D6-D6D04D7A43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3315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D9C4ED-EE18-3340-7AFA-BACF991DE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95CFEF-BF2C-956D-4168-D328D02813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6CE8BC1-EAD5-61FD-45E7-C5C657F8E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70FAB7-F292-0CD4-9AE6-5247122D3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9CB6D-CE59-48E4-AD89-BF870BEAFC55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9148D5B-6EE4-F60E-9E16-40434DF09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1D0EC79-4B87-C6D9-3146-5D3DB59D9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DFDFC-8C62-4CCC-A5D6-D6D04D7A43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257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76B7B6-FE8F-AD4A-FE4F-1B6B48A67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866204-282F-E037-C2F3-BA6D61FD1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BA31B43-734C-D7F8-676F-A602A3AFD1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18AAF6A-2DA8-9918-F8D7-8ADCB569B1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D6C3508-D969-2198-FEB2-AFABD2FE73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DF1886D-A481-0690-E68C-39CE074C2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9CB6D-CE59-48E4-AD89-BF870BEAFC55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3A385CA-6E46-7ED3-B14E-05283BAD6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36124B2-B570-4E87-4121-9413FD5C4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DFDFC-8C62-4CCC-A5D6-D6D04D7A43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4254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907C8B-4C4F-A52A-65CE-6CF1323C9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D2F12C7-DE0D-372A-EFC3-CDBCBDF0D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9CB6D-CE59-48E4-AD89-BF870BEAFC55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047AC33-91E0-BF51-4218-D8EDE8E5C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5F19CFC-4CC3-88C5-0275-BF43B1C9E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DFDFC-8C62-4CCC-A5D6-D6D04D7A43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9368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AED4AF1-FD78-DB1E-09EA-A42E7F424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9CB6D-CE59-48E4-AD89-BF870BEAFC55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6BEB9CE-7B55-1417-2F46-BB4FF583E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61870CA-6F35-9CF9-3770-1B50B97C4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DFDFC-8C62-4CCC-A5D6-D6D04D7A43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5466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430954-119D-621B-638F-185E230CB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AD6990-AA1A-9603-3F75-538837827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5C01255-490C-2097-96FC-D9558A8BC8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624F231-AD1B-9469-4E47-D20881B46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9CB6D-CE59-48E4-AD89-BF870BEAFC55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012E2BF-2837-13EB-6821-E5FC33C1D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65636DA-2431-E55D-02A3-B7988DD3A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DFDFC-8C62-4CCC-A5D6-D6D04D7A43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0058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BE80C0-AE1D-68DB-248E-BDCD1F81D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0758636-57C0-C66E-3A77-69F5B8FDA8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CEE3B5-91F8-42E1-1A38-3F1D1E5123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51341B9-CC20-48E4-ED6E-9AFD24834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9CB6D-CE59-48E4-AD89-BF870BEAFC55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9204B90-969D-6666-990F-EF6C30247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7CB2A5-F28F-3B6C-D6D8-882E2041A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DFDFC-8C62-4CCC-A5D6-D6D04D7A43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4560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FD32EF-9C78-A3F9-9336-610030A5F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1DF5C6C-FED8-7035-EE67-73CBE33609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28CFD7-8400-3EF0-F5ED-E65D8019B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9CB6D-CE59-48E4-AD89-BF870BEAFC55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3387CF-BDEF-59C7-04F6-05A31D149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043CEB-D79F-FC12-3B8A-8C423261F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DFDFC-8C62-4CCC-A5D6-D6D04D7A43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2389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2A06AAE-F15B-1433-CF99-8ED2603D96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01EE221-78E1-0D40-4C32-40E73041B4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5A6F76-753C-951C-EC78-575AE76AA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9CB6D-CE59-48E4-AD89-BF870BEAFC55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9FB69A-C336-4D0F-A85D-2765D79CF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5E103E-BAB4-F0B7-1FAD-92E13A800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DFDFC-8C62-4CCC-A5D6-D6D04D7A43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7681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A0519E-EF96-A37F-5AB5-F72FA50C8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DCDE1A1-A308-0920-A820-A49246CFE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C20137-69A2-877D-3980-CE807319F1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59CB6D-CE59-48E4-AD89-BF870BEAFC55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54B66E-2F1A-0493-DBDF-EB12ADDF8C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7C553F-5C35-433F-5B7C-2AF1137C98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3DFDFC-8C62-4CCC-A5D6-D6D04D7A43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073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51F0EE-CE52-6139-587A-809A398D7D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B80AA5B-420F-F07E-0BE6-2B8DD05966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0DA798C-EA3C-8273-D9CF-83B636A6B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86794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5B815EF-52B4-CF8C-301C-32B488916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67942"/>
            <a:ext cx="12192000" cy="192938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FE2F0A1-6EC4-798B-6B95-46EBBFFBC6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797325"/>
            <a:ext cx="12192000" cy="212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774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0573C36-8C81-DD41-BDA6-5D9A85620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234885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167E5C2-5279-CC3E-6BBD-653240B03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27391"/>
            <a:ext cx="12192000" cy="220321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9D02C3B-B55E-612C-A6C4-ADA6CF42DC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09142"/>
            <a:ext cx="12192000" cy="234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117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C5F27-81B8-6404-60C3-6311D3B91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BD90E2A-4234-E42F-5B09-72A3655FA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260179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5E068CC-FAE8-868F-855E-A7A3B4EF7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01798"/>
            <a:ext cx="12192000" cy="217060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323973B-6546-D7DA-B310-8D38881E55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772406"/>
            <a:ext cx="12192000" cy="2085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857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A4ECC-94B4-19CF-4307-2779650EE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0A01D62-A6C5-3CC4-1714-6D60F8AD3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93976" y="0"/>
            <a:ext cx="136405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43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36146-922D-1988-F1C2-C27A13102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ADB4A17-450F-72A0-AB89-49298A478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4421" y="-80128"/>
            <a:ext cx="13536891" cy="6938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475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129A9-058C-9FEB-C955-D42B74266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56B2E3A-3E5C-30ED-852E-93342D00E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96100" y="0"/>
            <a:ext cx="138259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165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82117-7F41-F44E-9CFF-9245ADE8E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E293402-2100-8B1A-F0FF-943175BC5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77939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17DE3C9-4DEB-8A0F-7A9D-7721BEC69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45237"/>
            <a:ext cx="12192000" cy="211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599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D8425-C31F-7AF4-E77C-7B38AB20B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0326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C1362-A144-F274-3451-1AFCDC652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307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8B7FE-0F94-0CBD-760F-56F2C1B2B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24811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екатерина кривошеина</dc:creator>
  <cp:lastModifiedBy>екатерина кривошеина</cp:lastModifiedBy>
  <cp:revision>1</cp:revision>
  <dcterms:created xsi:type="dcterms:W3CDTF">2026-10-01T13:22:16Z</dcterms:created>
  <dcterms:modified xsi:type="dcterms:W3CDTF">2026-10-01T13:22:34Z</dcterms:modified>
</cp:coreProperties>
</file>